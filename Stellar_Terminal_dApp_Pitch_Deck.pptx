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23D18B"/>
                </a:solidFill>
                <a:latin typeface="Arial"/>
              </a:defRPr>
            </a:pPr>
            <a:r>
              <a:t>STELLAR PAYMENT TERMINAL</a:t>
            </a:r>
          </a:p>
          <a:p>
            <a:pPr>
              <a:spcBef>
                <a:spcPts val="1200"/>
              </a:spcBef>
              <a:defRPr sz="2000">
                <a:solidFill>
                  <a:srgbClr val="F8FAFC"/>
                </a:solidFill>
                <a:latin typeface="Arial"/>
              </a:defRPr>
            </a:pPr>
            <a:r>
              <a:t>Dystopian Terminal UI for Soroban Smart Contracts &amp; Batch Multi-Payments</a:t>
            </a:r>
          </a:p>
          <a:p>
            <a:pPr>
              <a:spcBef>
                <a:spcPts val="2400"/>
              </a:spcBef>
              <a:defRPr sz="1400">
                <a:solidFill>
                  <a:srgbClr val="00F2FE"/>
                </a:solidFill>
                <a:latin typeface="Arial"/>
              </a:defRPr>
            </a:pPr>
            <a:r>
              <a:t>Live Demo: https://risein-project.vercel.app/  |  Network: Stellar Testnet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Executive Summary</a:t>
            </a:r>
          </a:p>
          <a:p>
            <a:pPr>
              <a:spcBef>
                <a:spcPts val="400"/>
              </a:spcBef>
              <a:defRPr sz="1400">
                <a:solidFill>
                  <a:srgbClr val="23D18B"/>
                </a:solidFill>
                <a:latin typeface="Arial"/>
              </a:defRPr>
            </a:pPr>
            <a:r>
              <a:t>High-Density Cyberpunk Terminal for Stellar Testnet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800" b="1">
                <a:solidFill>
                  <a:srgbClr val="23D18B"/>
                </a:solidFill>
                <a:latin typeface="Arial"/>
              </a:defRPr>
            </a:pPr>
            <a:r>
              <a:t>📟 Terminal UX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High-density monitoring UI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CRT scanline aesthetics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4 custom persistent themes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Zero visual layout shift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800" b="1">
                <a:solidFill>
                  <a:srgbClr val="23D18B"/>
                </a:solidFill>
                <a:latin typeface="Arial"/>
              </a:defRPr>
            </a:pPr>
            <a:r>
              <a:t>⚙️ Soroban Suite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3 Deployed Wasm Contracts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Non-Custodial Relief Pool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NFT Token Asset Contract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Marketplace with 80% Buyback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800" b="1">
                <a:solidFill>
                  <a:srgbClr val="23D18B"/>
                </a:solidFill>
                <a:latin typeface="Arial"/>
              </a:defRPr>
            </a:pPr>
            <a:r>
              <a:t>🧪 Security Suite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Live Admin Diagnostics Drawer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Malicious init block test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Protocol Pause toggle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Unauthorized withdraw traps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Web3 Usability &amp; Security Problem</a:t>
            </a:r>
          </a:p>
          <a:p>
            <a:pPr>
              <a:spcBef>
                <a:spcPts val="400"/>
              </a:spcBef>
              <a:defRPr sz="1400">
                <a:solidFill>
                  <a:srgbClr val="23D18B"/>
                </a:solidFill>
                <a:latin typeface="Arial"/>
              </a:defRPr>
            </a:pPr>
            <a:r>
              <a:t>Key Challenges in Modern Blockchain Applications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800" b="1">
                <a:solidFill>
                  <a:srgbClr val="F43F5E"/>
                </a:solidFill>
                <a:latin typeface="Arial"/>
              </a:defRPr>
            </a:pPr>
            <a:r>
              <a:t>❌ Clunky Web3 User Experience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Slow Horizon RPC responses cause jarring layout shifts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Generic Web3 apps lack high-density monitoring capabilities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Fragmented wallet connection flows confuse users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Manual batch multi-payment workflows are error-prone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800" b="1">
                <a:solidFill>
                  <a:srgbClr val="F43F5E"/>
                </a:solidFill>
                <a:latin typeface="Arial"/>
              </a:defRPr>
            </a:pPr>
            <a:r>
              <a:t>❌ Opaque Smart Contract Security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Users &amp; auditors cannot visually verify security assertions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API rate-limiting leads to empty network leaderboards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No live simulation of contract state before transaction broadcast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Lack of standardized protocol valuations for digital assets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The Terminal Solution &amp; Innovations</a:t>
            </a:r>
          </a:p>
          <a:p>
            <a:pPr>
              <a:spcBef>
                <a:spcPts val="400"/>
              </a:spcBef>
              <a:defRPr sz="1400">
                <a:solidFill>
                  <a:srgbClr val="23D18B"/>
                </a:solidFill>
                <a:latin typeface="Arial"/>
              </a:defRPr>
            </a:pPr>
            <a:r>
              <a:t>Advanced Engineering &amp; High-Performance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800" b="1">
                <a:solidFill>
                  <a:srgbClr val="23D18B"/>
                </a:solidFill>
                <a:latin typeface="Arial"/>
              </a:defRPr>
            </a:pPr>
            <a:r>
              <a:t>🚀 Multi-Pay Batch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Parallel multi-recipient XLM transfers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Single-operation script execution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Per-target status tracking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Transaction hash audit 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800" b="1">
                <a:solidFill>
                  <a:srgbClr val="23D18B"/>
                </a:solidFill>
                <a:latin typeface="Arial"/>
              </a:defRPr>
            </a:pPr>
            <a:r>
              <a:t>🎯 Hunters Protocol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Triple-redundant whale leaderboard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Tier 1: StellarExpert Rich-List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Tier 2: 100-Ledger Op Scan Engine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Tier 3: Mission-critical Fail-safe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800" b="1">
                <a:solidFill>
                  <a:srgbClr val="23D18B"/>
                </a:solidFill>
                <a:latin typeface="Arial"/>
              </a:defRPr>
            </a:pPr>
            <a:r>
              <a:t>📱 SEP-0007 &amp; NFT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Shareable web+stellar URIs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Live QR code bill splitting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Standardized $1 = 6 XLM rate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Non-custodial 80% NFT buyback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Soroban Smart Contract Directory</a:t>
            </a:r>
          </a:p>
          <a:p>
            <a:pPr>
              <a:spcBef>
                <a:spcPts val="400"/>
              </a:spcBef>
              <a:defRPr sz="1400">
                <a:solidFill>
                  <a:srgbClr val="23D18B"/>
                </a:solidFill>
                <a:latin typeface="Arial"/>
              </a:defRPr>
            </a:pPr>
            <a:r>
              <a:t>On-Chain Rust Wasm Smart Contracts Deployed to Stellar Testnet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3474720"/>
                <a:gridCol w="2926080"/>
              </a:tblGrid>
              <a:tr h="109728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23D18B"/>
                          </a:solidFill>
                        </a:defRPr>
                      </a:pPr>
                      <a:r>
                        <a:t>Contract Name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23D18B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23D18B"/>
                          </a:solidFill>
                        </a:defRPr>
                      </a:pPr>
                      <a:r>
                        <a:t>Contract ID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23D18B"/>
                          </a:solidFill>
                        </a:defRPr>
                      </a:pPr>
                      <a:r>
                        <a:t>WASM SHA-256 Hash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TranscendenceContract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Relief Fund Pool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CB73TNAHPLIHS2FPCNC...ESKSLJ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0a09d7115baa8e9586a9...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StellarNFT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NFT Asset Token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CCT5ZLD3XYI3SQMOAW5...IDMZB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ae79126fde2fcdfdc8ff...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NFTShop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Exchange &amp; ICC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CBW4ZRVEO3Q6J76HX7J...CTBJG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94A3B8"/>
                          </a:solidFill>
                        </a:defRPr>
                      </a:pPr>
                      <a:r>
                        <a:t>f209e46f6659fbab870a...</a:t>
                      </a:r>
                    </a:p>
                  </a:txBody>
                  <a:tcPr>
                    <a:solidFill>
                      <a:srgbClr val="1218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On-Chain Security Diagnostics Suite</a:t>
            </a:r>
          </a:p>
          <a:p>
            <a:pPr>
              <a:spcBef>
                <a:spcPts val="400"/>
              </a:spcBef>
              <a:defRPr sz="1400">
                <a:solidFill>
                  <a:srgbClr val="23D18B"/>
                </a:solidFill>
                <a:latin typeface="Arial"/>
              </a:defRPr>
            </a:pPr>
            <a:r>
              <a:t>Visually Proving Rust Smart Contract Security Assertions via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800" b="1">
                <a:solidFill>
                  <a:srgbClr val="23D18B"/>
                </a:solidFill>
                <a:latin typeface="Arial"/>
              </a:defRPr>
            </a:pPr>
            <a:r>
              <a:t>🛡️ Contract Security Guarantees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Malicious init Hijack Prevention: Re-initialization calls trap Wasm VM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Protocol Pause Toggle (set_active): Freeze pool during security events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Unauthorized Withdrawal Trap: Non-admin calls reject theft immediately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Decentralized Admin Transfer: Multi-step ownership migration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800" b="1">
                <a:solidFill>
                  <a:srgbClr val="23D18B"/>
                </a:solidFill>
                <a:latin typeface="Arial"/>
              </a:defRPr>
            </a:pPr>
            <a:r>
              <a:t>⚡ Developer &amp; Telemetry UX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Hidden Admin Diagnostics Panel in UI drawer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Real-time ping latency telemetry tracking node connectivity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Offline Transaction Sandbox for fee &amp; balance simulation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Built-in CLI Terminal prompt (help, about, contracts, network)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Technical Stack &amp; Integration Architecture</a:t>
            </a:r>
          </a:p>
          <a:p>
            <a:pPr>
              <a:spcBef>
                <a:spcPts val="400"/>
              </a:spcBef>
              <a:defRPr sz="1400">
                <a:solidFill>
                  <a:srgbClr val="23D18B"/>
                </a:solidFill>
                <a:latin typeface="Arial"/>
              </a:defRPr>
            </a:pPr>
            <a:r>
              <a:t>Production-Grade Modern Web3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800" b="1">
                <a:solidFill>
                  <a:srgbClr val="23D18B"/>
                </a:solidFill>
                <a:latin typeface="Arial"/>
              </a:defRPr>
            </a:pPr>
            <a:r>
              <a:t>💻 Frontend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React 19 Framework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Vite 5 Build Tool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Vanilla CSS Design Tokens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Zero-Scroll Monitoring Layout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800" b="1">
                <a:solidFill>
                  <a:srgbClr val="23D18B"/>
                </a:solidFill>
                <a:latin typeface="Arial"/>
              </a:defRPr>
            </a:pPr>
            <a:r>
              <a:t>⛓️ Blockchain Layer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@stellar/stellar-sdk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Soroban RPC Protocol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StellarWalletsKit Gateway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Freighter Wallet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800" b="1">
                <a:solidFill>
                  <a:srgbClr val="23D18B"/>
                </a:solidFill>
                <a:latin typeface="Arial"/>
              </a:defRPr>
            </a:pPr>
            <a:r>
              <a:t>🧪 Quality &amp; Caching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sessionStorage TTL Cache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Vitest Automated Pipeline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ANSI Color Formatters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Dynamic Network Fallbacks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Product Roadmap</a:t>
            </a:r>
          </a:p>
          <a:p>
            <a:pPr>
              <a:spcBef>
                <a:spcPts val="400"/>
              </a:spcBef>
              <a:defRPr sz="1400">
                <a:solidFill>
                  <a:srgbClr val="23D18B"/>
                </a:solidFill>
                <a:latin typeface="Arial"/>
              </a:defRPr>
            </a:pPr>
            <a:r>
              <a:t>Evolution Path from Testnet Prototype to Mainnet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800" b="1">
                <a:solidFill>
                  <a:srgbClr val="23D18B"/>
                </a:solidFill>
                <a:latin typeface="Arial"/>
              </a:defRPr>
            </a:pPr>
            <a:r>
              <a:t>Phase 1 (Completed)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Soroban contracts deployed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Multi-Pay Batch Engine live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Hunters whale discovery engine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Admin security diagnostics suite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800" b="1">
                <a:solidFill>
                  <a:srgbClr val="23D18B"/>
                </a:solidFill>
                <a:latin typeface="Arial"/>
              </a:defRPr>
            </a:pPr>
            <a:r>
              <a:t>Phase 2 (Q4)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Stellar Mainnet Deployment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Automated Soroban yield pools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Mobile PWA optimization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Institutional analytics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21824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defRPr sz="1800" b="1">
                <a:solidFill>
                  <a:srgbClr val="23D18B"/>
                </a:solidFill>
                <a:latin typeface="Arial"/>
              </a:defRPr>
            </a:pPr>
            <a:r>
              <a:t>Phase 3 (2027)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Institutional Developer SDK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Sub-second Soroban RPC telemetry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Cross-chain bridge module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DAO Governance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